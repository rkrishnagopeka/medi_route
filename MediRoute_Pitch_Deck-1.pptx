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03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274320"/>
            <a:ext cx="3840480" cy="3840480"/>
          </a:xfrm>
          <a:prstGeom prst="ellipse">
            <a:avLst/>
          </a:prstGeom>
          <a:solidFill>
            <a:srgbClr val="00B4C5">
              <a:alpha val="20000"/>
            </a:srgbClr>
          </a:solidFill>
          <a:ln w="12700">
            <a:solidFill>
              <a:srgbClr val="00B4C5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315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C5"/>
                </a:solidFill>
              </a:rPr>
              <a:t>GOOGLE SOLUTION CHALLENGE </a:t>
            </a:r>
            <a:r>
              <a:rPr lang="en-US" sz="1000" b="1" kern="0" spc="300" dirty="0" smtClean="0">
                <a:solidFill>
                  <a:srgbClr val="00B4C5"/>
                </a:solidFill>
              </a:rPr>
              <a:t>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MediRoute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A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Emergency &amp; Chronic Care Navigator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8BAA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Underserved Communities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310128"/>
            <a:ext cx="1097280" cy="54864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4.6B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57200" y="4133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without essential care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1752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2.1B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017520" y="4133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in financial hardship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577840" y="4133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countries need this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41148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0" y="4114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 UN SDGs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C5"/>
                </a:solidFill>
              </a:rPr>
              <a:t>Millions die silently — not from disease, but from lack of access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0A25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09728" cy="1188720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"My child has a fever. The nearest clinic is 40km away. I don't know if it's open, if they have medicine, or if I can afford a wasted trip."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974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532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No real-time clinic info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Patients travel hours to find closed clinics or empty medicine shelves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697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532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Language barriers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Symptoms get lost in translation — misdiagnosis, wrong treatment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657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31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No triage guidance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51560" y="4096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People don't know if they need emergency care or can wait safely at home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9319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Zero coordination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40680" y="4096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Community health workers operate with paper notebooks and no data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AABB"/>
                </a:solidFill>
              </a:rPr>
              <a:t>MediRoute connects the right patient to the right care at the right 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320040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51760" cy="64008"/>
          </a:xfrm>
          <a:prstGeom prst="rect">
            <a:avLst/>
          </a:prstGeom>
          <a:solidFill>
            <a:srgbClr val="F4623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AI symptom triage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Live facility finder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" y="3602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Digital health passport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" y="39867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Medication reminders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" y="4370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SOS emergency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554480"/>
            <a:ext cx="2651760" cy="320040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554480"/>
            <a:ext cx="2651760" cy="64008"/>
          </a:xfrm>
          <a:prstGeom prst="rect">
            <a:avLst/>
          </a:prstGeom>
          <a:solidFill>
            <a:srgbClr val="00B4C5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6916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004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Doctor Portal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64992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Telemedicine video calls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64992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Ambient AI consultation notes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64992" y="3602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Patient passport access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64992" y="39867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AI-drafted prescriptions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80760" y="1554480"/>
            <a:ext cx="2651760" cy="320040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80760" y="1554480"/>
            <a:ext cx="2651760" cy="6400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91640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8076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CHW Dashboard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245352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AI-prioritised visit queue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245352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Route optimisation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45352" y="3602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One-tap emergency escalation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45352" y="39867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B"/>
                </a:solidFill>
              </a:rPr>
              <a:t>→  Real-time patient status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C5"/>
                </a:solidFill>
              </a:rPr>
              <a:t>+ School Health · Analytics Dashboard · Mental Health · Skin &amp; Wound Scanner · Multilingual Translation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PATIENT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54864"/>
          </a:xfrm>
          <a:prstGeom prst="rect">
            <a:avLst/>
          </a:prstGeom>
          <a:solidFill>
            <a:srgbClr val="F462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AI Symptom Triage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9385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Voice or text. Gemini classifies urgency in your language. Pre-filled summary for your doctor.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41448" y="100584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41448" y="100584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14300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32888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Live Facility Finder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532888" y="19385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Nearest open clinic with real-time wait times and medicine stock — before you make the trip.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08576" y="100584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08576" y="1005840"/>
            <a:ext cx="201168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11430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0016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Digital Health Passport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700016" y="19385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Full medical record as a QR code — blood type, allergies, meds, vaccinations, past visits.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75704" y="100584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75704" y="1005840"/>
            <a:ext cx="2011680" cy="54864"/>
          </a:xfrm>
          <a:prstGeom prst="rect">
            <a:avLst/>
          </a:prstGeom>
          <a:solidFill>
            <a:srgbClr val="00B4C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144" y="11430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67144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Telemedicine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67144" y="19385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Video call a doctor from home. They see your health passport before the call even starts.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74320" y="2944368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2944368"/>
            <a:ext cx="2011680" cy="54864"/>
          </a:xfrm>
          <a:prstGeom prst="rect">
            <a:avLst/>
          </a:prstGeom>
          <a:solidFill>
            <a:srgbClr val="F4623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08152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5760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Emergency SOS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65760" y="387705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One tap sends GPS + health passport to ambulance and emergency contacts simultaneously.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441448" y="2944368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441448" y="2944368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2888" y="3081528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32888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Medication Reminders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2532888" y="387705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Daily alerts, dose logging, refill warnings, and CHW welfare checks on missed doses.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608576" y="2944368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608576" y="2944368"/>
            <a:ext cx="201168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016" y="3081528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700016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Maternal &amp; Child Health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4700016" y="387705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Week-by-week pregnancy guidance, danger sign alerts, vaccination schedules.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775704" y="2944368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775704" y="2944368"/>
            <a:ext cx="2011680" cy="54864"/>
          </a:xfrm>
          <a:prstGeom prst="rect">
            <a:avLst/>
          </a:prstGeom>
          <a:solidFill>
            <a:srgbClr val="00B4C5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7144" y="3081528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67144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</a:rPr>
              <a:t>Skin &amp; Wound Scanner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6867144" y="387705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B"/>
                </a:solidFill>
              </a:rPr>
              <a:t>Photograph condition — Gemini Vision classifies urgency and sends image to doctor.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Built entirely on Google's ecosystem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Flutter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Cross-platform app — iOS, Android &amp; Web from one codebase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4630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Multilingual symptom triage, ambient notes, skin diagnosis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1115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Maps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146304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Real-time facility discovery, routing &amp; CHW navigation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04288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4140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276148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Auth, Firestore, Cloud Messaging — offline sync + CHW alerts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304288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304288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23" name="Text 21"/>
          <p:cNvSpPr/>
          <p:nvPr/>
        </p:nvSpPr>
        <p:spPr>
          <a:xfrm>
            <a:off x="3401568" y="24140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Cloud Run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276148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Scalable serverless backend with zero DevOps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304288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304288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24140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Vertex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276148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Localised disease-pattern model for outbreak detection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02736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7124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Speech-to-Text / TTS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" y="405993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Voice-first input &amp; audio output for low-literacy users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3602736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602736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35" name="Text 33"/>
          <p:cNvSpPr/>
          <p:nvPr/>
        </p:nvSpPr>
        <p:spPr>
          <a:xfrm>
            <a:off x="3401568" y="37124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Cloud Translation 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01568" y="405993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50+ languages — real-time in-consultation translation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3602736"/>
            <a:ext cx="2743200" cy="1170432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3602736"/>
            <a:ext cx="73152" cy="117043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371246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Looker Studio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27648" y="405993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B"/>
                </a:solidFill>
              </a:rPr>
              <a:t>Live health analytics dashboard for governments &amp; NGOs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 SUSTAINABLE DEVELOPMENT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E524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97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No Poverty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Eliminates wasted medical trips &amp; financial health shocks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6012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960120"/>
            <a:ext cx="2011680" cy="457200"/>
          </a:xfrm>
          <a:prstGeom prst="rect">
            <a:avLst/>
          </a:prstGeom>
          <a:solidFill>
            <a:srgbClr val="DDA63A"/>
          </a:solidFill>
          <a:ln/>
        </p:spPr>
      </p:sp>
      <p:sp>
        <p:nvSpPr>
          <p:cNvPr id="11" name="Text 9"/>
          <p:cNvSpPr/>
          <p:nvPr/>
        </p:nvSpPr>
        <p:spPr>
          <a:xfrm>
            <a:off x="2441448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41448" y="1197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Zero Hunger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32888" y="149047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School nutrition screening catches malnutrition early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96012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960120"/>
            <a:ext cx="2011680" cy="457200"/>
          </a:xfrm>
          <a:prstGeom prst="rect">
            <a:avLst/>
          </a:prstGeom>
          <a:solidFill>
            <a:srgbClr val="4C9F38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08576" y="1197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Good Health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0016" y="149047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Core mission — reduce preventable deaths at last mile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96012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960120"/>
            <a:ext cx="2011680" cy="457200"/>
          </a:xfrm>
          <a:prstGeom prst="rect">
            <a:avLst/>
          </a:prstGeom>
          <a:solidFill>
            <a:srgbClr val="C5192D"/>
          </a:solidFill>
          <a:ln/>
        </p:spPr>
      </p:sp>
      <p:sp>
        <p:nvSpPr>
          <p:cNvPr id="21" name="Text 19"/>
          <p:cNvSpPr/>
          <p:nvPr/>
        </p:nvSpPr>
        <p:spPr>
          <a:xfrm>
            <a:off x="6775704" y="960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75704" y="11978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Quality Education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67144" y="149047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School health programme with teacher-led screening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80360"/>
            <a:ext cx="2011680" cy="457200"/>
          </a:xfrm>
          <a:prstGeom prst="rect">
            <a:avLst/>
          </a:prstGeom>
          <a:solidFill>
            <a:srgbClr val="FF3A21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3118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Gender Equality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41071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Maternal module + dedicated women's health features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1448" y="288036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41448" y="2880360"/>
            <a:ext cx="2011680" cy="457200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31" name="Text 29"/>
          <p:cNvSpPr/>
          <p:nvPr/>
        </p:nvSpPr>
        <p:spPr>
          <a:xfrm>
            <a:off x="2441448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41448" y="3118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Reduced Inequalities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32888" y="341071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Offline-first, multilingual, voice UI for the last mile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08576" y="288036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2880360"/>
            <a:ext cx="2011680" cy="457200"/>
          </a:xfrm>
          <a:prstGeom prst="rect">
            <a:avLst/>
          </a:prstGeom>
          <a:solidFill>
            <a:srgbClr val="FD9D24"/>
          </a:solidFill>
          <a:ln/>
        </p:spPr>
      </p:sp>
      <p:sp>
        <p:nvSpPr>
          <p:cNvPr id="36" name="Text 34"/>
          <p:cNvSpPr/>
          <p:nvPr/>
        </p:nvSpPr>
        <p:spPr>
          <a:xfrm>
            <a:off x="4608576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08576" y="3118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Sustainable Cities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0016" y="341071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Smart community health infrastructure at city scale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75704" y="2880360"/>
            <a:ext cx="2011680" cy="17556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75704" y="2880360"/>
            <a:ext cx="2011680" cy="457200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41" name="Text 39"/>
          <p:cNvSpPr/>
          <p:nvPr/>
        </p:nvSpPr>
        <p:spPr>
          <a:xfrm>
            <a:off x="6775704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75704" y="3118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Partnerships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67144" y="341071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Connects patients, CHWs, doctors, schools, governments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MVP BUILD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331720" y="2377440"/>
            <a:ext cx="109728" cy="0"/>
          </a:xfrm>
          <a:prstGeom prst="line">
            <a:avLst/>
          </a:prstGeom>
          <a:noFill/>
          <a:ln w="19050">
            <a:solidFill>
              <a:srgbClr val="8BAAB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36118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64008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078992"/>
            <a:ext cx="1005840" cy="347472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78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Expo + Firebase project setup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Health Passport (forms + QR)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145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Phone number OTP auth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7124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Navigation shell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98848" y="2377440"/>
            <a:ext cx="109728" cy="0"/>
          </a:xfrm>
          <a:prstGeom prst="line">
            <a:avLst/>
          </a:prstGeom>
          <a:noFill/>
          <a:ln w="19050">
            <a:solidFill>
              <a:srgbClr val="8BAAB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441448" y="960120"/>
            <a:ext cx="2011680" cy="36118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41448" y="960120"/>
            <a:ext cx="2011680" cy="64008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17" name="Shape 15"/>
          <p:cNvSpPr/>
          <p:nvPr/>
        </p:nvSpPr>
        <p:spPr>
          <a:xfrm>
            <a:off x="2944368" y="1078992"/>
            <a:ext cx="1005840" cy="347472"/>
          </a:xfrm>
          <a:prstGeom prst="rect">
            <a:avLst/>
          </a:prstGeom>
          <a:solidFill>
            <a:srgbClr val="00B4C5"/>
          </a:solidFill>
          <a:ln/>
        </p:spPr>
      </p:sp>
      <p:sp>
        <p:nvSpPr>
          <p:cNvPr id="18" name="Text 16"/>
          <p:cNvSpPr/>
          <p:nvPr/>
        </p:nvSpPr>
        <p:spPr>
          <a:xfrm>
            <a:off x="2944368" y="1078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41448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51176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Gemini symptom triage chat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51176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Voice input + urgency scoring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51176" y="3145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Google Maps facility finder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51176" y="37124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10–15 seeded clinic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65976" y="2377440"/>
            <a:ext cx="109728" cy="0"/>
          </a:xfrm>
          <a:prstGeom prst="line">
            <a:avLst/>
          </a:prstGeom>
          <a:noFill/>
          <a:ln w="19050">
            <a:solidFill>
              <a:srgbClr val="8BAAB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608576" y="960120"/>
            <a:ext cx="2011680" cy="36118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96012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5111496" y="1078992"/>
            <a:ext cx="100584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5111496" y="1078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08576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18304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Telemedicine embed (Daily.co)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18304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Firebase medication reminders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18304" y="3145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Dose logging screen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18304" y="37124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CHW alert system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75704" y="960120"/>
            <a:ext cx="2011680" cy="36118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75704" y="960120"/>
            <a:ext cx="20116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Shape 34"/>
          <p:cNvSpPr/>
          <p:nvPr/>
        </p:nvSpPr>
        <p:spPr>
          <a:xfrm>
            <a:off x="7278624" y="1078992"/>
            <a:ext cx="100584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7278624" y="1078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75704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Polish &amp; Demo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85432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Offline mode for triage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85432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Fatima demo journey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85432" y="31455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3 user type demo data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85432" y="37124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✓  Analytics dashboard MVP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Deliverable after 4 weeks: AI Triage · Facility Map · Health Passport · Telemedicine · Medication Reminders — all demonstrable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MEET FATIMA — THE DEMO STORY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645920" cy="1645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07008"/>
            <a:ext cx="1152144" cy="1152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540"/>
                </a:solidFill>
              </a:rPr>
              <a:t>Fatima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03120" y="141732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B"/>
                </a:solidFill>
              </a:rPr>
              <a:t>28 years old · Pregnant · Rural Nigeria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AABB"/>
                </a:solidFill>
              </a:rPr>
              <a:t>Speaks only Hausa · Earns $2/day · 45km from nearest hospital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852928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" y="3035808"/>
            <a:ext cx="457200" cy="45720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78408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Opens MediRoute. Describes fever + headache by voice in Hausa.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27832" y="2852928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3035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88620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Gemini triages: 'Visit clinic today' — explains in Hausa why and what to bring.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35624" y="2852928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45352" y="30358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6245352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93992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Map shows 3 open clinics nearby with wait times — paracetamol in stock at Clinic B.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3858768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9768" y="4041648"/>
            <a:ext cx="457200" cy="457200"/>
          </a:xfrm>
          <a:prstGeom prst="ellipse">
            <a:avLst/>
          </a:prstGeom>
          <a:solidFill>
            <a:srgbClr val="00B4C5"/>
          </a:solidFill>
          <a:ln/>
        </p:spPr>
      </p:sp>
      <p:sp>
        <p:nvSpPr>
          <p:cNvPr id="22" name="Text 19"/>
          <p:cNvSpPr/>
          <p:nvPr/>
        </p:nvSpPr>
        <p:spPr>
          <a:xfrm>
            <a:off x="429768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78408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Health Passport QR ready to show on arrival — full history in doctor's hands instantly.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27832" y="3858768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37560" y="4041648"/>
            <a:ext cx="457200" cy="457200"/>
          </a:xfrm>
          <a:prstGeom prst="ellipse">
            <a:avLst/>
          </a:prstGeom>
          <a:solidFill>
            <a:srgbClr val="F4623A"/>
          </a:solidFill>
          <a:ln/>
        </p:spPr>
      </p:sp>
      <p:sp>
        <p:nvSpPr>
          <p:cNvPr id="26" name="Text 23"/>
          <p:cNvSpPr/>
          <p:nvPr/>
        </p:nvSpPr>
        <p:spPr>
          <a:xfrm>
            <a:off x="33375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88620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Doctor video-calls for follow-up. Real-time Hausa→English translation during the call.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35624" y="3858768"/>
            <a:ext cx="27432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45352" y="40416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7"/>
          <p:cNvSpPr/>
          <p:nvPr/>
        </p:nvSpPr>
        <p:spPr>
          <a:xfrm>
            <a:off x="624535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793992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540"/>
                </a:solidFill>
              </a:rPr>
              <a:t>App reminds her to take medication at 8pm. CHW checks in next morning.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MEDIROUTE WINS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24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Unmatched Impact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67335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Addresses a crisis affecting 4.6 billion people. Judges can immediately picture a real human being helped.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82112" y="960120"/>
            <a:ext cx="2743200" cy="17830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14300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67912" y="1124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Offline-First Design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19272" y="167335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Works on 2G. Core triage and facility data persist without internet — critical for the last mile.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89904" y="960120"/>
            <a:ext cx="2743200" cy="17830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143000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75704" y="1124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True Uniqueness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27064" y="1673352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Most health apps target the already-connected. MediRoute targets the last mile — where it actually matters.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274320" y="2898648"/>
            <a:ext cx="2743200" cy="17830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8152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063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Technical Depth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11480" y="3611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Gemini multimodal + Firebase offline + Maps routing + Vertex AI = full showcase of Google's ecosystem.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182112" y="2898648"/>
            <a:ext cx="2743200" cy="17830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081528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67912" y="3063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Instant Scalability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19272" y="3611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Works in rural India, sub-Saharan Africa, rural Latin America — zero code changes needed.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089904" y="2898648"/>
            <a:ext cx="2743200" cy="178308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08152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75704" y="30632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 SDGs in One App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27064" y="3611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B"/>
                </a:solidFill>
              </a:rPr>
              <a:t>No other hackathon entry will touch SDG 1, 2, 3, 4, 5, 10, 11, and 17 from a single platform.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4623A">
              <a:alpha val="12000"/>
            </a:srgbClr>
          </a:solidFill>
          <a:ln w="12700">
            <a:solidFill>
              <a:srgbClr val="F4623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MediRoute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8BAABB"/>
                </a:solidFill>
              </a:rPr>
              <a:t>One app. Every layer of healthcare.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8BAABB"/>
                </a:solidFill>
              </a:rPr>
              <a:t>Built for the people who need it most.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00400" y="3584448"/>
            <a:ext cx="2743200" cy="54864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794760"/>
            <a:ext cx="8046720" cy="960120"/>
          </a:xfrm>
          <a:prstGeom prst="rect">
            <a:avLst/>
          </a:prstGeom>
          <a:solidFill>
            <a:srgbClr val="1122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794760"/>
            <a:ext cx="91440" cy="960120"/>
          </a:xfrm>
          <a:prstGeom prst="rect">
            <a:avLst/>
          </a:prstGeom>
          <a:solidFill>
            <a:srgbClr val="F4623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822192"/>
            <a:ext cx="7635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ABB"/>
                </a:solidFill>
              </a:rPr>
              <a:t>"MediRoute tells you how sick you are, finds you a clinic with your medicine in stock, connects you to a doctor by video, monitors your pregnancy, detects outbreaks before they spread — offline, in any language, for the people who have never had any of this before."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On-screen Show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MediRoute — AI-Powered Healthcare Navigator</dc:title>
  <dc:subject>PptxGenJS Presentation</dc:subject>
  <dc:creator>PptxGenJS</dc:creator>
  <cp:lastModifiedBy>Admin</cp:lastModifiedBy>
  <cp:revision>2</cp:revision>
  <dcterms:created xsi:type="dcterms:W3CDTF">2026-04-26T16:10:07Z</dcterms:created>
  <dcterms:modified xsi:type="dcterms:W3CDTF">2026-04-28T11:49:46Z</dcterms:modified>
</cp:coreProperties>
</file>